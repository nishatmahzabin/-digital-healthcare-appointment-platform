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Source Sans 3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926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24014F-D547-54A4-CE90-2B5AFEE5C10F}"/>
              </a:ext>
            </a:extLst>
          </p:cNvPr>
          <p:cNvSpPr/>
          <p:nvPr/>
        </p:nvSpPr>
        <p:spPr>
          <a:xfrm>
            <a:off x="7889969" y="4702453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9874" y="1918767"/>
            <a:ext cx="3506093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QuickCure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39874" y="2588419"/>
            <a:ext cx="46352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Digital Healthcare Appointment Platform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39874" y="2993306"/>
            <a:ext cx="46352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Tasnim Jahan &amp; Md. Nishat Mahzabin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4637EFC-8F27-7A9F-7FE6-6C4EE4CDEEDA}"/>
              </a:ext>
            </a:extLst>
          </p:cNvPr>
          <p:cNvSpPr/>
          <p:nvPr/>
        </p:nvSpPr>
        <p:spPr>
          <a:xfrm>
            <a:off x="7903031" y="4708984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345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1465" y="445963"/>
            <a:ext cx="3451324" cy="4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The Problem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531465" y="1101551"/>
            <a:ext cx="4652070" cy="1099021"/>
          </a:xfrm>
          <a:prstGeom prst="roundRect">
            <a:avLst>
              <a:gd name="adj" fmla="val 8320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2415" y="1101551"/>
            <a:ext cx="76200" cy="1099021"/>
          </a:xfrm>
          <a:prstGeom prst="roundRect">
            <a:avLst>
              <a:gd name="adj" fmla="val 29894"/>
            </a:avLst>
          </a:prstGeom>
          <a:solidFill>
            <a:srgbClr val="2D2E34"/>
          </a:solidFill>
          <a:ln/>
        </p:spPr>
      </p:sp>
      <p:sp>
        <p:nvSpPr>
          <p:cNvPr id="6" name="Text 3"/>
          <p:cNvSpPr/>
          <p:nvPr/>
        </p:nvSpPr>
        <p:spPr>
          <a:xfrm>
            <a:off x="759470" y="1272406"/>
            <a:ext cx="2608287" cy="215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Long Queues &amp; Wasted Time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59470" y="1577727"/>
            <a:ext cx="4253210" cy="451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Manual appointment scheduling forces patients to wait in line or call repeatedly, creating frustration and inefficiency.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31465" y="2349996"/>
            <a:ext cx="4652070" cy="1099021"/>
          </a:xfrm>
          <a:prstGeom prst="roundRect">
            <a:avLst>
              <a:gd name="adj" fmla="val 8320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12415" y="2349996"/>
            <a:ext cx="76200" cy="1099021"/>
          </a:xfrm>
          <a:prstGeom prst="roundRect">
            <a:avLst>
              <a:gd name="adj" fmla="val 29894"/>
            </a:avLst>
          </a:prstGeom>
          <a:solidFill>
            <a:srgbClr val="2D2E34"/>
          </a:solidFill>
          <a:ln/>
        </p:spPr>
      </p:sp>
      <p:sp>
        <p:nvSpPr>
          <p:cNvPr id="10" name="Text 7"/>
          <p:cNvSpPr/>
          <p:nvPr/>
        </p:nvSpPr>
        <p:spPr>
          <a:xfrm>
            <a:off x="759470" y="2520851"/>
            <a:ext cx="2321942" cy="215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Double Bookings &amp; Errors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59470" y="2826172"/>
            <a:ext cx="4253210" cy="451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Without a centralized system, overlapping appointments and clerical mistakes are common and difficult to resolve.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31465" y="3598441"/>
            <a:ext cx="4652070" cy="1099021"/>
          </a:xfrm>
          <a:prstGeom prst="roundRect">
            <a:avLst>
              <a:gd name="adj" fmla="val 8320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12415" y="3598441"/>
            <a:ext cx="76200" cy="1099021"/>
          </a:xfrm>
          <a:prstGeom prst="roundRect">
            <a:avLst>
              <a:gd name="adj" fmla="val 29894"/>
            </a:avLst>
          </a:prstGeom>
          <a:solidFill>
            <a:srgbClr val="2D2E34"/>
          </a:solidFill>
          <a:ln/>
        </p:spPr>
      </p:sp>
      <p:sp>
        <p:nvSpPr>
          <p:cNvPr id="14" name="Text 11"/>
          <p:cNvSpPr/>
          <p:nvPr/>
        </p:nvSpPr>
        <p:spPr>
          <a:xfrm>
            <a:off x="759470" y="3769296"/>
            <a:ext cx="3382268" cy="215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Poor Records &amp; Communication Gaps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59470" y="4074616"/>
            <a:ext cx="4253210" cy="451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Patient histories are fragmented across paper files, and patients rarely receive timely updates or confirmations.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573" y="486370"/>
            <a:ext cx="3341712" cy="4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Our Solution</a:t>
            </a:r>
            <a:endParaRPr lang="en-US" sz="2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73" y="1426741"/>
            <a:ext cx="5149081" cy="29177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27093" y="1254323"/>
            <a:ext cx="2607022" cy="41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QuickCure — One Platform, Three Users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27093" y="1812057"/>
            <a:ext cx="2607022" cy="1722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QuickCure is a web-based appointment platform that removes manual bottlenecks entirely. Patients browse verified doctors and book in seconds. Doctors view their daily schedule at a glance. Administrators oversee everything from a unified dashboard — no double bookings, no paperwork, no gaps.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027093" y="3692500"/>
            <a:ext cx="2607022" cy="807021"/>
          </a:xfrm>
          <a:prstGeom prst="roundRect">
            <a:avLst>
              <a:gd name="adj" fmla="val 2733"/>
            </a:avLst>
          </a:prstGeom>
          <a:solidFill>
            <a:srgbClr val="B6FCB8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060" y="3899892"/>
            <a:ext cx="183728" cy="146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04756" y="3869308"/>
            <a:ext cx="1982391" cy="430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Designed for simplicity. Built for reliability.</a:t>
            </a:r>
            <a:endParaRPr lang="en-US" sz="11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3DC9F1-F860-331C-5161-194BDA3142B4}"/>
              </a:ext>
            </a:extLst>
          </p:cNvPr>
          <p:cNvSpPr/>
          <p:nvPr/>
        </p:nvSpPr>
        <p:spPr>
          <a:xfrm>
            <a:off x="7909562" y="4689391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677689"/>
            <a:ext cx="3506093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Key Features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1451446"/>
            <a:ext cx="231353" cy="231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25488" y="1458218"/>
            <a:ext cx="2335857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Registration &amp; Login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925488" y="1769864"/>
            <a:ext cx="3550072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sign-up and authentication for patients, doctors, and administrators.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8366" y="1451446"/>
            <a:ext cx="231353" cy="2313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53980" y="1458218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Doctor Listing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053980" y="1769864"/>
            <a:ext cx="3550146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Browse verified doctors by specialty, availability, and location.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874" y="2568029"/>
            <a:ext cx="231353" cy="23135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25488" y="2574801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Online Booking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925488" y="2886447"/>
            <a:ext cx="3550072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Real-time slot selection eliminates double bookings and manual errors.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68366" y="2568029"/>
            <a:ext cx="231353" cy="23135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53980" y="2574801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 Panel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053980" y="2886447"/>
            <a:ext cx="3550146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Centralized control for managing users, doctors, and appointment records.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9874" y="3684612"/>
            <a:ext cx="231353" cy="23135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25488" y="3691384"/>
            <a:ext cx="2081585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Appointment Tracking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925488" y="4003030"/>
            <a:ext cx="3550072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Patients and doctors can view, modify, or cancel appointments in real time.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68366" y="3684612"/>
            <a:ext cx="231353" cy="23135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53980" y="3691384"/>
            <a:ext cx="1874788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Secure Data Storage</a:t>
            </a:r>
            <a:endParaRPr lang="en-US" sz="1350" dirty="0"/>
          </a:p>
        </p:txBody>
      </p:sp>
      <p:sp>
        <p:nvSpPr>
          <p:cNvPr id="20" name="Text 12"/>
          <p:cNvSpPr/>
          <p:nvPr/>
        </p:nvSpPr>
        <p:spPr>
          <a:xfrm>
            <a:off x="5053980" y="4003030"/>
            <a:ext cx="3550146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Patient records and medical history stored safely with role-based access.</a:t>
            </a:r>
            <a:endParaRPr lang="en-US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1E25AC-FBF6-1081-7FE8-90DA48DE6614}"/>
              </a:ext>
            </a:extLst>
          </p:cNvPr>
          <p:cNvSpPr/>
          <p:nvPr/>
        </p:nvSpPr>
        <p:spPr>
          <a:xfrm>
            <a:off x="7889966" y="4737524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616818"/>
            <a:ext cx="3506093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How It Works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28774" y="1299828"/>
            <a:ext cx="4066133" cy="3240212"/>
          </a:xfrm>
          <a:prstGeom prst="roundRect">
            <a:avLst>
              <a:gd name="adj" fmla="val 714"/>
            </a:avLst>
          </a:prstGeom>
          <a:solidFill>
            <a:srgbClr val="2D2E34"/>
          </a:solidFill>
          <a:ln/>
        </p:spPr>
      </p:sp>
      <p:sp>
        <p:nvSpPr>
          <p:cNvPr id="4" name="Text 2"/>
          <p:cNvSpPr/>
          <p:nvPr/>
        </p:nvSpPr>
        <p:spPr>
          <a:xfrm>
            <a:off x="583034" y="1440731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Three User Roles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3984" y="1814364"/>
            <a:ext cx="38100" cy="1105570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6" name="Text 4"/>
          <p:cNvSpPr/>
          <p:nvPr/>
        </p:nvSpPr>
        <p:spPr>
          <a:xfrm>
            <a:off x="775395" y="1833414"/>
            <a:ext cx="1590005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Patient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5395" y="2206823"/>
            <a:ext cx="1590005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Register, search doctors, book &amp; track appointments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39157" y="1814364"/>
            <a:ext cx="38100" cy="1105570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9" name="Text 7"/>
          <p:cNvSpPr/>
          <p:nvPr/>
        </p:nvSpPr>
        <p:spPr>
          <a:xfrm>
            <a:off x="2750567" y="1833414"/>
            <a:ext cx="1590080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Doctor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750567" y="2206823"/>
            <a:ext cx="1590080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View schedule, manage availability, review patient details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3984" y="3190354"/>
            <a:ext cx="38100" cy="642863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12" name="Text 10"/>
          <p:cNvSpPr/>
          <p:nvPr/>
        </p:nvSpPr>
        <p:spPr>
          <a:xfrm>
            <a:off x="775395" y="3209404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5395" y="3582814"/>
            <a:ext cx="35652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Manage users, oversee all bookings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64956" y="1440731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Tech Stack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764956" y="1833414"/>
            <a:ext cx="1844799" cy="1182737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8266" y="2006724"/>
            <a:ext cx="1498178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HTML &amp; CSS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8266" y="2380134"/>
            <a:ext cx="149817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 structure and responsive styling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4015" y="1833414"/>
            <a:ext cx="1844873" cy="1182737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7325" y="2006724"/>
            <a:ext cx="1498253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PHP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937325" y="2380134"/>
            <a:ext cx="1498253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Server-side logic and session handling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64956" y="3170411"/>
            <a:ext cx="1844799" cy="1182737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8266" y="3343721"/>
            <a:ext cx="1498178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MySQL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938266" y="3717131"/>
            <a:ext cx="149817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Relational database for all records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4015" y="3170411"/>
            <a:ext cx="1844873" cy="1182737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7325" y="3343721"/>
            <a:ext cx="1498253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VS Code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937325" y="3717131"/>
            <a:ext cx="1498253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Development environment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40B0415-252A-8093-1DC4-45AA320E2938}"/>
              </a:ext>
            </a:extLst>
          </p:cNvPr>
          <p:cNvSpPr/>
          <p:nvPr/>
        </p:nvSpPr>
        <p:spPr>
          <a:xfrm>
            <a:off x="7909562" y="4728756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45543" y="351979"/>
            <a:ext cx="2410420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Design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1245543" y="798984"/>
            <a:ext cx="6652840" cy="134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QuickCure's architecture is documented through three core UML diagrams that capture user interactions, system flows, and process sequences.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543" y="1015157"/>
            <a:ext cx="6652840" cy="35601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02910" y="1261399"/>
            <a:ext cx="1075081" cy="33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 Case Diagram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402910" y="1648986"/>
            <a:ext cx="1075081" cy="37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User–system interactions and actor goals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402910" y="3149347"/>
            <a:ext cx="1075081" cy="33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Sequence Diagram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402910" y="3536934"/>
            <a:ext cx="1075081" cy="248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System message exchange and timing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660321" y="2205374"/>
            <a:ext cx="1075081" cy="33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Activity Diagram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660321" y="2592960"/>
            <a:ext cx="1075081" cy="37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Appointment booking flow and decision points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245543" y="4657353"/>
            <a:ext cx="6652840" cy="134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Each diagram serves as a blueprint — placeholder for the actual UML visuals to be inserted prior to final submission.</a:t>
            </a:r>
            <a:endParaRPr lang="en-US" sz="8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C849FE-03DD-22AD-2531-E7A2301F6953}"/>
              </a:ext>
            </a:extLst>
          </p:cNvPr>
          <p:cNvSpPr/>
          <p:nvPr/>
        </p:nvSpPr>
        <p:spPr>
          <a:xfrm>
            <a:off x="7909562" y="4702453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600E5C-2ABD-5047-1317-0587DF8E745E}"/>
              </a:ext>
            </a:extLst>
          </p:cNvPr>
          <p:cNvSpPr/>
          <p:nvPr/>
        </p:nvSpPr>
        <p:spPr>
          <a:xfrm>
            <a:off x="7909562" y="4708984"/>
            <a:ext cx="1208314" cy="3820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8069" y="357560"/>
            <a:ext cx="2520032" cy="314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Conclusion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388069" y="792063"/>
            <a:ext cx="49388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QuickCure addresses a real and widespread challenge in healthcare delivery — replacing slow, error-prone manual processes with a streamlined digital experience for patients, doctors, and administrators alike.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388069" y="1197322"/>
            <a:ext cx="1259979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What's Next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388069" y="1474291"/>
            <a:ext cx="443508" cy="665262"/>
          </a:xfrm>
          <a:prstGeom prst="roundRect">
            <a:avLst>
              <a:gd name="adj" fmla="val 360015"/>
            </a:avLst>
          </a:prstGeom>
          <a:solidFill>
            <a:srgbClr val="F2EEEE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628" y="1723727"/>
            <a:ext cx="166315" cy="16631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1200" y="1585168"/>
            <a:ext cx="1259979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Mobile App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88069" y="2219176"/>
            <a:ext cx="443508" cy="665262"/>
          </a:xfrm>
          <a:prstGeom prst="roundRect">
            <a:avLst>
              <a:gd name="adj" fmla="val 360015"/>
            </a:avLst>
          </a:prstGeom>
          <a:solidFill>
            <a:srgbClr val="F2EEEE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6628" y="2468612"/>
            <a:ext cx="166315" cy="16631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1200" y="2330053"/>
            <a:ext cx="1259979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Online Payment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88069" y="2964061"/>
            <a:ext cx="443508" cy="665262"/>
          </a:xfrm>
          <a:prstGeom prst="roundRect">
            <a:avLst>
              <a:gd name="adj" fmla="val 360015"/>
            </a:avLst>
          </a:prstGeom>
          <a:solidFill>
            <a:srgbClr val="F2EEEE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6628" y="3213497"/>
            <a:ext cx="166315" cy="1663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1200" y="3074938"/>
            <a:ext cx="1259979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Notifications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388069" y="3708946"/>
            <a:ext cx="443508" cy="665262"/>
          </a:xfrm>
          <a:prstGeom prst="roundRect">
            <a:avLst>
              <a:gd name="adj" fmla="val 360015"/>
            </a:avLst>
          </a:prstGeom>
          <a:solidFill>
            <a:srgbClr val="F2EEEE"/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6628" y="3958382"/>
            <a:ext cx="166315" cy="16631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1200" y="3819823"/>
            <a:ext cx="1259979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Video Consultation</a:t>
            </a:r>
            <a:endParaRPr lang="en-US" sz="950" dirty="0"/>
          </a:p>
        </p:txBody>
      </p:sp>
      <p:sp>
        <p:nvSpPr>
          <p:cNvPr id="18" name="Text 11"/>
          <p:cNvSpPr/>
          <p:nvPr/>
        </p:nvSpPr>
        <p:spPr>
          <a:xfrm>
            <a:off x="554385" y="4553396"/>
            <a:ext cx="477254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"Bringing smarter healthcare, one appointment at a time."</a:t>
            </a:r>
            <a:endParaRPr lang="en-US" sz="850" dirty="0"/>
          </a:p>
        </p:txBody>
      </p:sp>
      <p:sp>
        <p:nvSpPr>
          <p:cNvPr id="19" name="Shape 12"/>
          <p:cNvSpPr/>
          <p:nvPr/>
        </p:nvSpPr>
        <p:spPr>
          <a:xfrm>
            <a:off x="388069" y="4463802"/>
            <a:ext cx="14288" cy="322064"/>
          </a:xfrm>
          <a:prstGeom prst="rect">
            <a:avLst/>
          </a:prstGeom>
          <a:solidFill>
            <a:srgbClr val="2D2E34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420</Words>
  <Application>Microsoft Office PowerPoint</Application>
  <PresentationFormat>On-screen Show (16:9)</PresentationFormat>
  <Paragraphs>68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Source Sans 3</vt:lpstr>
      <vt:lpstr>Montserrat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Nishat</dc:creator>
  <cp:lastModifiedBy>Nishat Mahzabin</cp:lastModifiedBy>
  <cp:revision>2</cp:revision>
  <dcterms:created xsi:type="dcterms:W3CDTF">2026-05-15T16:14:39Z</dcterms:created>
  <dcterms:modified xsi:type="dcterms:W3CDTF">2026-05-15T16:19:59Z</dcterms:modified>
</cp:coreProperties>
</file>